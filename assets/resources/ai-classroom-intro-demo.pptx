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ae160b4217467f" /><Relationship Type="http://schemas.openxmlformats.org/officeDocument/2006/relationships/extended-properties" Target="/docProps/app.xml" Id="Rf049e38081794d9d" /><Relationship Type="http://schemas.openxmlformats.org/officeDocument/2006/relationships/officeDocument" Target="/ppt/presentation.xml" Id="R907941443a974a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79a8deba874865"/>
  </p:sldMasterIdLst>
  <p:notesMasterIdLst>
    <p:notesMasterId xmlns:r="http://schemas.openxmlformats.org/officeDocument/2006/relationships" r:id="R8e56f24c728047a8"/>
  </p:notesMasterIdLst>
  <p:sldIdLst>
    <p:sldId xmlns:r="http://schemas.openxmlformats.org/officeDocument/2006/relationships" id="256" r:id="Ra387649c73d842cb"/>
    <p:sldId xmlns:r="http://schemas.openxmlformats.org/officeDocument/2006/relationships" id="257" r:id="R32338397a7dc4e9d"/>
    <p:sldId xmlns:r="http://schemas.openxmlformats.org/officeDocument/2006/relationships" id="258" r:id="Rde281e90b4bf4c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59815cc1204cd7" /><Relationship Type="http://schemas.openxmlformats.org/officeDocument/2006/relationships/slideMaster" Target="/ppt/slideMasters/slideMaster1.xml" Id="R3179a8deba874865" /><Relationship Type="http://schemas.openxmlformats.org/officeDocument/2006/relationships/notesMaster" Target="/ppt/notesMasters/notesMaster1.xml" Id="R8e56f24c728047a8" /><Relationship Type="http://schemas.openxmlformats.org/officeDocument/2006/relationships/presProps" Target="/ppt/presProps.xml" Id="R9504469151af4fe2" /><Relationship Type="http://schemas.openxmlformats.org/officeDocument/2006/relationships/tableStyles" Target="/ppt/tableStyles.xml" Id="Rf59f4c9233de4813" /><Relationship Type="http://schemas.openxmlformats.org/officeDocument/2006/relationships/slide" Target="/ppt/slides/slide1.xml" Id="Ra387649c73d842cb" /><Relationship Type="http://schemas.openxmlformats.org/officeDocument/2006/relationships/slide" Target="/ppt/slides/slide2.xml" Id="R32338397a7dc4e9d" /><Relationship Type="http://schemas.openxmlformats.org/officeDocument/2006/relationships/slide" Target="/ppt/slides/slide3.xml" Id="Rde281e90b4bf4c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1d677bbfad45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ab1f98696648cf" /><Relationship Type="http://schemas.openxmlformats.org/officeDocument/2006/relationships/notesMaster" Target="/ppt/notesMasters/notesMaster1.xml" Id="Rb538311c3f004f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732c4b9b634c71" /><Relationship Type="http://schemas.openxmlformats.org/officeDocument/2006/relationships/notesMaster" Target="/ppt/notesMasters/notesMaster1.xml" Id="R84e2e7ca93bc46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bf91c248aa4fd7" /><Relationship Type="http://schemas.openxmlformats.org/officeDocument/2006/relationships/notesMaster" Target="/ppt/notesMasters/notesMaster1.xml" Id="R7f81c5d7095945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24628571434e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f0305224dc4a19" /><Relationship Type="http://schemas.openxmlformats.org/officeDocument/2006/relationships/slideLayout" Target="/ppt/slideLayouts/slideLayout1.xml" Id="R92722e1e4e7f4c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722e1e4e7f4c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0c2f7c8a44ea5" /><Relationship Type="http://schemas.openxmlformats.org/officeDocument/2006/relationships/notesSlide" Target="/ppt/notesSlides/notesSlide1.xml" Id="R2842ecad05d74f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c7b0d3fa14be4" /><Relationship Type="http://schemas.openxmlformats.org/officeDocument/2006/relationships/notesSlide" Target="/ppt/notesSlides/notesSlide2.xml" Id="R6b905c07fa1e48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bf801d97b4fc5" /><Relationship Type="http://schemas.openxmlformats.org/officeDocument/2006/relationships/notesSlide" Target="/ppt/notesSlides/notesSlide3.xml" Id="R11db2e53487c40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4B7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EC0F5-96AC-42BA-9651-98EF6C27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FF6FF"/>
                </a:solidFill>
              </a:defRPr>
            </a:pPr>
            <a:r>
              <a:rPr sz="1800" b="1">
                <a:solidFill>
                  <a:srgbClr val="BFF6FF"/>
                </a:solidFill>
              </a:rPr>
              <a:t>人工智能 · 第一课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8384B-B2BC-42CA-86E2-304E8DA2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781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人工智能</a:t>
            </a:r>
          </a:p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+就在身边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16A36-427F-42EF-ACD2-63AAE38C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5F9FB"/>
                </a:solidFill>
              </a:defRPr>
            </a:pPr>
            <a:r>
              <a:rPr sz="2025">
                <a:solidFill>
                  <a:srgbClr val="E5F9FB"/>
                </a:solidFill>
              </a:rPr>
              <a:t>从生活场景出发，发现人工智能如何感知、判断并提供帮助。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EC899-E1A5-46DA-8C22-9449232B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7F3F6"/>
                </a:solidFill>
              </a:defRPr>
            </a:pPr>
            <a:r>
              <a:rPr sz="1200">
                <a:solidFill>
                  <a:srgbClr val="D7F3F6"/>
                </a:solidFill>
              </a:rPr>
              <a:t>人工智能课堂 · 教学演示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20968-FAA7-4181-8A11-92B48C44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3055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254827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16C9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31093-95CF-4EDC-8DDB-29CA8C2B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01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6FAFA"/>
                </a:solidFill>
              </a:defRPr>
            </a:pPr>
            <a:r>
              <a:rPr sz="1800" b="1">
                <a:solidFill>
                  <a:srgbClr val="C6FAFA"/>
                </a:solidFill>
              </a:rPr>
              <a:t>课堂观察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19422-0484-4AAB-B960-DAC7F945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找一找：哪些地方有 AI？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D5DC1-EA5B-4AEC-AAA7-8E3CEFAB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1FEFF"/>
                </a:solidFill>
              </a:defRPr>
            </a:pPr>
            <a:r>
              <a:rPr sz="2250">
                <a:solidFill>
                  <a:srgbClr val="F1FEFF"/>
                </a:solidFill>
              </a:rPr>
              <a:t>•  语音助手能听懂你的问题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94AFB-FB18-4791-B42A-86384560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1FEFF"/>
                </a:solidFill>
              </a:defRPr>
            </a:pPr>
            <a:r>
              <a:rPr sz="2250">
                <a:solidFill>
                  <a:srgbClr val="F1FEFF"/>
                </a:solidFill>
              </a:rPr>
              <a:t>•  导航软件会推荐更合适的路线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D6519-71B8-4C45-8FEB-14681323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1FEFF"/>
                </a:solidFill>
              </a:defRPr>
            </a:pPr>
            <a:r>
              <a:rPr sz="2250">
                <a:solidFill>
                  <a:srgbClr val="F1FEFF"/>
                </a:solidFill>
              </a:rPr>
              <a:t>•  刷脸设备可以识别人脸信息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2B49C-8119-4D8D-BD0B-E90E0C3A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7F3F6"/>
                </a:solidFill>
              </a:defRPr>
            </a:pPr>
            <a:r>
              <a:rPr sz="1200">
                <a:solidFill>
                  <a:srgbClr val="D7F3F6"/>
                </a:solidFill>
              </a:rPr>
              <a:t>人工智能课堂 · 教学演示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7D884D-3020-44E5-8D33-9D944533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3055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414970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D7D9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5DD04-8942-4F72-A5C9-0CC30D86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01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0FAF4"/>
                </a:solidFill>
              </a:defRPr>
            </a:pPr>
            <a:r>
              <a:rPr sz="1800" b="1">
                <a:solidFill>
                  <a:srgbClr val="D0FAF4"/>
                </a:solidFill>
              </a:rPr>
              <a:t>小组讨论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00E85-AAF0-473C-9545-93217BF3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AI 能帮我们做什么？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2DD12-7FA7-45BD-A515-80EAE894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F0FFFF"/>
                </a:solidFill>
              </a:defRPr>
            </a:pPr>
            <a:r>
              <a:rPr sz="2325">
                <a:solidFill>
                  <a:srgbClr val="F0FFFF"/>
                </a:solidFill>
              </a:rPr>
              <a:t>请和同桌选择一个生活场景，</a:t>
            </a:r>
          </a:p>
          <a:p xmlns:a="http://schemas.openxmlformats.org/drawingml/2006/main">
            <a:pPr>
              <a:defRPr sz="2325">
                <a:solidFill>
                  <a:srgbClr val="F0FFFF"/>
                </a:solidFill>
              </a:defRPr>
            </a:pPr>
            <a:r>
              <a:rPr sz="2325">
                <a:solidFill>
                  <a:srgbClr val="F0FFFF"/>
                </a:solidFill>
              </a:rPr>
              <a:t>说一说 AI 是怎样帮助人的。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06152-271A-4D90-8803-7BE6C7DB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FFFF5"/>
                </a:solidFill>
              </a:defRPr>
            </a:pPr>
            <a:r>
              <a:rPr sz="2175" b="1">
                <a:solidFill>
                  <a:srgbClr val="CFFFF5"/>
                </a:solidFill>
              </a:rPr>
              <a:t>把你的发现分享给全班吧！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B8067-9970-4B6D-837A-A3C90046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7F3F6"/>
                </a:solidFill>
              </a:defRPr>
            </a:pPr>
            <a:r>
              <a:rPr sz="1200">
                <a:solidFill>
                  <a:srgbClr val="D7F3F6"/>
                </a:solidFill>
              </a:rPr>
              <a:t>人工智能课堂 · 教学演示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EF62E-EAC6-4C31-BF1F-B53CC235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3055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487185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2026-08-19T10:39:14.4140000Z</dcterms:created>
  <dcterms:modified xsi:type="dcterms:W3CDTF">2026-08-19T10:39:14.4150000Z</dcterms:modified>
</coreProperties>
</file>